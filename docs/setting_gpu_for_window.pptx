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9597-44E7-4F1B-AA9E-38A230E13FFE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CED0-53DA-47E9-BAE8-AA2E2EA54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16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9597-44E7-4F1B-AA9E-38A230E13FFE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CED0-53DA-47E9-BAE8-AA2E2EA54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68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9597-44E7-4F1B-AA9E-38A230E13FFE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CED0-53DA-47E9-BAE8-AA2E2EA54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87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9597-44E7-4F1B-AA9E-38A230E13FFE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CED0-53DA-47E9-BAE8-AA2E2EA54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03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9597-44E7-4F1B-AA9E-38A230E13FFE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CED0-53DA-47E9-BAE8-AA2E2EA54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492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9597-44E7-4F1B-AA9E-38A230E13FFE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CED0-53DA-47E9-BAE8-AA2E2EA54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18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9597-44E7-4F1B-AA9E-38A230E13FFE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CED0-53DA-47E9-BAE8-AA2E2EA54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952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9597-44E7-4F1B-AA9E-38A230E13FFE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CED0-53DA-47E9-BAE8-AA2E2EA54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344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9597-44E7-4F1B-AA9E-38A230E13FFE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CED0-53DA-47E9-BAE8-AA2E2EA54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413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9597-44E7-4F1B-AA9E-38A230E13FFE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CED0-53DA-47E9-BAE8-AA2E2EA54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355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9597-44E7-4F1B-AA9E-38A230E13FFE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CED0-53DA-47E9-BAE8-AA2E2EA54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910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F9597-44E7-4F1B-AA9E-38A230E13FFE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4CED0-53DA-47E9-BAE8-AA2E2EA541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88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onda.io/en/latest/miniconda.html" TargetMode="External"/><Relationship Id="rId2" Type="http://schemas.openxmlformats.org/officeDocument/2006/relationships/hyperlink" Target="https://www.anaconda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de.visualstudio.com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sano820/windows-gpu.gi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 smtClean="0"/>
              <a:t>GPU</a:t>
            </a:r>
            <a:r>
              <a:rPr lang="ko-KR" altLang="en-US" sz="4800" dirty="0" smtClean="0"/>
              <a:t>로 이미지 분류 실습 해보기</a:t>
            </a:r>
            <a:endParaRPr lang="ko-KR" altLang="en-US" sz="4500" dirty="0"/>
          </a:p>
        </p:txBody>
      </p:sp>
    </p:spTree>
    <p:extLst>
      <p:ext uri="{BB962C8B-B14F-4D97-AF65-F5344CB8AC3E}">
        <p14:creationId xmlns:p14="http://schemas.microsoft.com/office/powerpoint/2010/main" val="351488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사전 요구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OS: Windows 10 / 11 (64-bit)</a:t>
            </a:r>
          </a:p>
          <a:p>
            <a:r>
              <a:rPr lang="en-US" altLang="ko-KR" dirty="0"/>
              <a:t>GPU: NVIDIA GeForce </a:t>
            </a:r>
            <a:r>
              <a:rPr lang="ko-KR" altLang="en-US" dirty="0"/>
              <a:t>계열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RTX 5060 Laptop GPU, 8GB VRAM)</a:t>
            </a:r>
          </a:p>
          <a:p>
            <a:r>
              <a:rPr lang="ko-KR" altLang="en-US" dirty="0"/>
              <a:t>드라이버</a:t>
            </a:r>
            <a:r>
              <a:rPr lang="en-US" altLang="ko-KR" dirty="0"/>
              <a:t>: </a:t>
            </a:r>
            <a:r>
              <a:rPr lang="ko-KR" altLang="en-US" dirty="0"/>
              <a:t>최신 </a:t>
            </a:r>
            <a:r>
              <a:rPr lang="en-US" altLang="ko-KR" dirty="0"/>
              <a:t>NVIDIA </a:t>
            </a:r>
            <a:r>
              <a:rPr lang="ko-KR" altLang="en-US" dirty="0"/>
              <a:t>그래픽 드라이버</a:t>
            </a:r>
          </a:p>
          <a:p>
            <a:r>
              <a:rPr lang="ko-KR" altLang="en-US" dirty="0"/>
              <a:t>필수 소프트웨어</a:t>
            </a:r>
          </a:p>
          <a:p>
            <a:pPr lvl="1"/>
            <a:r>
              <a:rPr lang="en-US" altLang="ko-KR" u="sng" dirty="0">
                <a:hlinkClick r:id="rId2"/>
              </a:rPr>
              <a:t>Anaconda</a:t>
            </a:r>
            <a:r>
              <a:rPr lang="en-US" altLang="ko-KR" dirty="0"/>
              <a:t> </a:t>
            </a:r>
            <a:r>
              <a:rPr lang="ko-KR" altLang="en-US" dirty="0"/>
              <a:t>또는 </a:t>
            </a:r>
            <a:r>
              <a:rPr lang="en-US" altLang="ko-KR" u="sng" dirty="0" err="1">
                <a:hlinkClick r:id="rId3"/>
              </a:rPr>
              <a:t>Miniconda</a:t>
            </a:r>
            <a:endParaRPr lang="en-US" altLang="ko-KR" dirty="0"/>
          </a:p>
          <a:p>
            <a:pPr lvl="1"/>
            <a:r>
              <a:rPr lang="en-US" altLang="ko-KR" u="sng" dirty="0">
                <a:hlinkClick r:id="rId4"/>
              </a:rPr>
              <a:t>Visual Studio Code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44930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>
            <a:normAutofit/>
          </a:bodyPr>
          <a:lstStyle/>
          <a:p>
            <a:r>
              <a:rPr lang="en-US" altLang="ko-KR" sz="3300" dirty="0" smtClean="0"/>
              <a:t>2. </a:t>
            </a:r>
            <a:r>
              <a:rPr lang="ko-KR" altLang="en-US" sz="3300" dirty="0" smtClean="0"/>
              <a:t>가상환경 생성하기</a:t>
            </a:r>
            <a:endParaRPr lang="ko-KR" altLang="en-US" sz="33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331650"/>
            <a:ext cx="10515600" cy="4845313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anaconda prompt </a:t>
            </a:r>
            <a:r>
              <a:rPr lang="ko-KR" altLang="en-US" dirty="0" smtClean="0"/>
              <a:t>실행하기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47032"/>
          <a:stretch/>
        </p:blipFill>
        <p:spPr>
          <a:xfrm>
            <a:off x="1635732" y="2083033"/>
            <a:ext cx="8103072" cy="400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737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>
            <a:normAutofit/>
          </a:bodyPr>
          <a:lstStyle/>
          <a:p>
            <a:r>
              <a:rPr lang="en-US" altLang="ko-KR" sz="3300" dirty="0" smtClean="0"/>
              <a:t>2. </a:t>
            </a:r>
            <a:r>
              <a:rPr lang="ko-KR" altLang="en-US" sz="3300" dirty="0" smtClean="0"/>
              <a:t>가상환경 생성하기</a:t>
            </a:r>
            <a:endParaRPr lang="ko-KR" altLang="en-US" sz="33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883370" y="1331650"/>
            <a:ext cx="4110362" cy="4845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500" dirty="0" err="1" smtClean="0"/>
              <a:t>conda</a:t>
            </a:r>
            <a:r>
              <a:rPr lang="en-US" altLang="ko-KR" sz="1500" dirty="0" smtClean="0"/>
              <a:t> create –n </a:t>
            </a:r>
            <a:r>
              <a:rPr lang="en-US" altLang="ko-KR" sz="1500" dirty="0" err="1" smtClean="0"/>
              <a:t>gpu_env</a:t>
            </a:r>
            <a:r>
              <a:rPr lang="en-US" altLang="ko-KR" sz="1500" dirty="0" smtClean="0"/>
              <a:t> python=3.10 -y</a:t>
            </a:r>
            <a:endParaRPr lang="ko-KR" altLang="en-US" sz="15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09" y="1198486"/>
            <a:ext cx="7437765" cy="542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356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>
            <a:normAutofit/>
          </a:bodyPr>
          <a:lstStyle/>
          <a:p>
            <a:r>
              <a:rPr lang="en-US" altLang="ko-KR" sz="3300" dirty="0" smtClean="0"/>
              <a:t>2. </a:t>
            </a:r>
            <a:r>
              <a:rPr lang="ko-KR" altLang="en-US" sz="3300" dirty="0" smtClean="0"/>
              <a:t>가상환경 생성하기</a:t>
            </a:r>
            <a:endParaRPr lang="ko-KR" altLang="en-US" sz="33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43673" y="2396971"/>
            <a:ext cx="4110362" cy="3071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500" dirty="0" err="1" smtClean="0"/>
              <a:t>conda</a:t>
            </a:r>
            <a:r>
              <a:rPr lang="en-US" altLang="ko-KR" sz="1500" dirty="0" smtClean="0"/>
              <a:t> activate </a:t>
            </a:r>
            <a:r>
              <a:rPr lang="en-US" altLang="ko-KR" sz="1500" dirty="0" err="1" smtClean="0"/>
              <a:t>gpu_env</a:t>
            </a:r>
            <a:endParaRPr lang="ko-KR" altLang="en-US" sz="15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49" y="1569677"/>
            <a:ext cx="6459245" cy="426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029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>
            <a:normAutofit/>
          </a:bodyPr>
          <a:lstStyle/>
          <a:p>
            <a:r>
              <a:rPr lang="en-US" altLang="ko-KR" sz="3300" dirty="0"/>
              <a:t>3</a:t>
            </a:r>
            <a:r>
              <a:rPr lang="en-US" altLang="ko-KR" sz="3300" dirty="0" smtClean="0"/>
              <a:t>. </a:t>
            </a:r>
            <a:r>
              <a:rPr lang="ko-KR" altLang="en-US" sz="3300" dirty="0" smtClean="0"/>
              <a:t>실습을 위한 주피터 노트북 커널 만들기</a:t>
            </a:r>
            <a:endParaRPr lang="ko-KR" altLang="en-US" sz="33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09498" y="1740024"/>
            <a:ext cx="4110362" cy="3071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500" dirty="0" smtClean="0"/>
              <a:t>pip install </a:t>
            </a:r>
            <a:r>
              <a:rPr lang="en-US" altLang="ko-KR" sz="1500" dirty="0" err="1" smtClean="0"/>
              <a:t>jupyter</a:t>
            </a:r>
            <a:r>
              <a:rPr lang="en-US" altLang="ko-KR" sz="1500" dirty="0" smtClean="0"/>
              <a:t> </a:t>
            </a:r>
            <a:r>
              <a:rPr lang="en-US" altLang="ko-KR" sz="1500" dirty="0" err="1" smtClean="0"/>
              <a:t>ipykernel</a:t>
            </a:r>
            <a:endParaRPr lang="en-US" altLang="ko-KR" sz="1500" dirty="0" smtClean="0"/>
          </a:p>
          <a:p>
            <a:pPr marL="0" indent="0">
              <a:buNone/>
            </a:pPr>
            <a:endParaRPr lang="en-US" altLang="ko-KR" sz="1500" dirty="0"/>
          </a:p>
          <a:p>
            <a:pPr marL="0" indent="0">
              <a:buNone/>
            </a:pPr>
            <a:endParaRPr lang="en-US" altLang="ko-KR" sz="1500" dirty="0" smtClean="0"/>
          </a:p>
          <a:p>
            <a:pPr marL="0" indent="0">
              <a:buNone/>
            </a:pPr>
            <a:r>
              <a:rPr lang="en-US" altLang="ko-KR" sz="1500" dirty="0" smtClean="0"/>
              <a:t>Python –m </a:t>
            </a:r>
            <a:r>
              <a:rPr lang="en-US" altLang="ko-KR" sz="1500" dirty="0" err="1" smtClean="0"/>
              <a:t>ipykernel</a:t>
            </a:r>
            <a:r>
              <a:rPr lang="en-US" altLang="ko-KR" sz="1500" dirty="0" smtClean="0"/>
              <a:t> install –user –name </a:t>
            </a:r>
            <a:r>
              <a:rPr lang="en-US" altLang="ko-KR" sz="1500" dirty="0" err="1" smtClean="0"/>
              <a:t>gpu_env</a:t>
            </a:r>
            <a:r>
              <a:rPr lang="en-US" altLang="ko-KR" sz="1500" dirty="0" smtClean="0"/>
              <a:t> –display-name “</a:t>
            </a:r>
            <a:r>
              <a:rPr lang="en-US" altLang="ko-KR" sz="1500" dirty="0" err="1" smtClean="0"/>
              <a:t>gpu_env</a:t>
            </a:r>
            <a:r>
              <a:rPr lang="en-US" altLang="ko-KR" sz="1500" dirty="0" smtClean="0"/>
              <a:t> test”</a:t>
            </a:r>
          </a:p>
          <a:p>
            <a:pPr marL="0" indent="0">
              <a:buNone/>
            </a:pPr>
            <a:endParaRPr lang="en-US" altLang="ko-KR" sz="1500" dirty="0"/>
          </a:p>
          <a:p>
            <a:pPr marL="0" indent="0">
              <a:buNone/>
            </a:pPr>
            <a:endParaRPr lang="ko-KR" altLang="en-US" sz="15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36" y="1326542"/>
            <a:ext cx="7826418" cy="260626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64" y="4594509"/>
            <a:ext cx="11240474" cy="434378"/>
          </a:xfrm>
          <a:prstGeom prst="rect">
            <a:avLst/>
          </a:prstGeom>
        </p:spPr>
      </p:pic>
      <p:sp>
        <p:nvSpPr>
          <p:cNvPr id="8" name="내용 개체 틀 2"/>
          <p:cNvSpPr txBox="1">
            <a:spLocks/>
          </p:cNvSpPr>
          <p:nvPr/>
        </p:nvSpPr>
        <p:spPr>
          <a:xfrm>
            <a:off x="3027285" y="4599263"/>
            <a:ext cx="9000814" cy="3071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sz="1500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5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5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500" dirty="0" smtClean="0"/>
              <a:t>Python –m </a:t>
            </a:r>
            <a:r>
              <a:rPr lang="en-US" altLang="ko-KR" sz="1500" dirty="0" err="1" smtClean="0"/>
              <a:t>ipykernel</a:t>
            </a:r>
            <a:r>
              <a:rPr lang="en-US" altLang="ko-KR" sz="1500" dirty="0" smtClean="0"/>
              <a:t> install –user –name </a:t>
            </a:r>
            <a:r>
              <a:rPr lang="en-US" altLang="ko-KR" sz="1500" dirty="0" err="1" smtClean="0"/>
              <a:t>gpu_env</a:t>
            </a:r>
            <a:r>
              <a:rPr lang="en-US" altLang="ko-KR" sz="1500" dirty="0" smtClean="0"/>
              <a:t> –display-name “</a:t>
            </a:r>
            <a:r>
              <a:rPr lang="en-US" altLang="ko-KR" sz="1500" dirty="0" err="1" smtClean="0"/>
              <a:t>gpu_env</a:t>
            </a:r>
            <a:r>
              <a:rPr lang="en-US" altLang="ko-KR" sz="1500" dirty="0" smtClean="0"/>
              <a:t> test”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500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883544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>
            <a:normAutofit/>
          </a:bodyPr>
          <a:lstStyle/>
          <a:p>
            <a:r>
              <a:rPr lang="en-US" altLang="ko-KR" sz="3300" dirty="0" smtClean="0"/>
              <a:t>4. </a:t>
            </a:r>
            <a:r>
              <a:rPr lang="en-US" altLang="ko-KR" sz="3300" dirty="0" err="1" smtClean="0"/>
              <a:t>PyTorch</a:t>
            </a:r>
            <a:r>
              <a:rPr lang="en-US" altLang="ko-KR" sz="3300" dirty="0" smtClean="0"/>
              <a:t> + CUDA 12.4 </a:t>
            </a:r>
            <a:r>
              <a:rPr lang="ko-KR" altLang="en-US" sz="3300" dirty="0" smtClean="0"/>
              <a:t>설치</a:t>
            </a:r>
            <a:endParaRPr lang="ko-KR" altLang="en-US" sz="33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393054" y="5060273"/>
            <a:ext cx="9729926" cy="4438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500" dirty="0" smtClean="0"/>
              <a:t>pip install torch </a:t>
            </a:r>
            <a:r>
              <a:rPr lang="en-US" altLang="ko-KR" sz="1500" dirty="0" err="1" smtClean="0"/>
              <a:t>torchvision</a:t>
            </a:r>
            <a:r>
              <a:rPr lang="en-US" altLang="ko-KR" sz="1500" dirty="0" smtClean="0"/>
              <a:t> </a:t>
            </a:r>
            <a:r>
              <a:rPr lang="en-US" altLang="ko-KR" sz="1500" dirty="0" err="1" smtClean="0"/>
              <a:t>torchaudio</a:t>
            </a:r>
            <a:r>
              <a:rPr lang="en-US" altLang="ko-KR" sz="1500" dirty="0" smtClean="0"/>
              <a:t> --index-</a:t>
            </a:r>
            <a:r>
              <a:rPr lang="en-US" altLang="ko-KR" sz="1500" dirty="0" err="1" smtClean="0"/>
              <a:t>url</a:t>
            </a:r>
            <a:r>
              <a:rPr lang="en-US" altLang="ko-KR" sz="1500" dirty="0" smtClean="0"/>
              <a:t> https://download.pytorch.org/whl/cu124</a:t>
            </a:r>
            <a:endParaRPr lang="en-US" altLang="ko-KR" sz="1500" dirty="0"/>
          </a:p>
          <a:p>
            <a:pPr marL="0" indent="0">
              <a:buNone/>
            </a:pPr>
            <a:endParaRPr lang="ko-KR" altLang="en-US" sz="15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898417"/>
            <a:ext cx="11353800" cy="246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460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>
            <a:normAutofit fontScale="90000"/>
          </a:bodyPr>
          <a:lstStyle/>
          <a:p>
            <a:r>
              <a:rPr lang="en-US" altLang="ko-KR" sz="3300" dirty="0"/>
              <a:t>5</a:t>
            </a:r>
            <a:r>
              <a:rPr lang="en-US" altLang="ko-KR" sz="3300" dirty="0" smtClean="0"/>
              <a:t>. </a:t>
            </a:r>
            <a:r>
              <a:rPr lang="en-US" altLang="ko-KR" sz="3300" dirty="0" err="1" smtClean="0"/>
              <a:t>Git</a:t>
            </a:r>
            <a:r>
              <a:rPr lang="en-US" altLang="ko-KR" sz="3300" dirty="0" smtClean="0"/>
              <a:t> </a:t>
            </a:r>
            <a:r>
              <a:rPr lang="ko-KR" altLang="en-US" sz="3300" dirty="0" err="1" smtClean="0"/>
              <a:t>레포지토리</a:t>
            </a:r>
            <a:r>
              <a:rPr lang="ko-KR" altLang="en-US" sz="3300" dirty="0" smtClean="0"/>
              <a:t> 다운로드하기 </a:t>
            </a:r>
            <a:r>
              <a:rPr lang="en-US" altLang="ko-KR" sz="3300" dirty="0" smtClean="0"/>
              <a:t/>
            </a:r>
            <a:br>
              <a:rPr lang="en-US" altLang="ko-KR" sz="3300" dirty="0" smtClean="0"/>
            </a:br>
            <a:r>
              <a:rPr lang="en-US" altLang="ko-KR" sz="3300" dirty="0" smtClean="0"/>
              <a:t>– </a:t>
            </a:r>
            <a:r>
              <a:rPr lang="ko-KR" altLang="en-US" sz="3300" dirty="0" smtClean="0"/>
              <a:t>노트북에 </a:t>
            </a:r>
            <a:r>
              <a:rPr lang="en-US" altLang="ko-KR" sz="3300" dirty="0" err="1" smtClean="0"/>
              <a:t>git</a:t>
            </a:r>
            <a:r>
              <a:rPr lang="ko-KR" altLang="en-US" sz="3300" dirty="0" smtClean="0"/>
              <a:t>이 안 깔려있는 사람</a:t>
            </a:r>
            <a:r>
              <a:rPr lang="en-US" altLang="ko-KR" sz="3300" dirty="0" smtClean="0"/>
              <a:t>!</a:t>
            </a:r>
            <a:endParaRPr lang="ko-KR" altLang="en-US" sz="3300" dirty="0"/>
          </a:p>
        </p:txBody>
      </p:sp>
      <p:sp>
        <p:nvSpPr>
          <p:cNvPr id="8" name="직사각형 7"/>
          <p:cNvSpPr/>
          <p:nvPr/>
        </p:nvSpPr>
        <p:spPr>
          <a:xfrm>
            <a:off x="3544243" y="1255281"/>
            <a:ext cx="4594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https://github.com/sano820/windows-gpu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10" y="1802167"/>
            <a:ext cx="5447190" cy="4679260"/>
          </a:xfrm>
          <a:prstGeom prst="rect">
            <a:avLst/>
          </a:prstGeom>
        </p:spPr>
      </p:pic>
      <p:sp>
        <p:nvSpPr>
          <p:cNvPr id="11" name="내용 개체 틀 2"/>
          <p:cNvSpPr txBox="1">
            <a:spLocks/>
          </p:cNvSpPr>
          <p:nvPr/>
        </p:nvSpPr>
        <p:spPr>
          <a:xfrm>
            <a:off x="7016320" y="2588944"/>
            <a:ext cx="4870880" cy="3105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200" dirty="0" smtClean="0"/>
              <a:t>Download ZIP </a:t>
            </a:r>
            <a:r>
              <a:rPr lang="ko-KR" altLang="en-US" sz="2200" dirty="0" smtClean="0"/>
              <a:t>누르기</a:t>
            </a:r>
            <a:r>
              <a:rPr lang="en-US" altLang="ko-KR" sz="2200" dirty="0" smtClean="0"/>
              <a:t>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200" dirty="0" smtClean="0"/>
              <a:t>-&gt; </a:t>
            </a:r>
            <a:r>
              <a:rPr lang="ko-KR" altLang="en-US" sz="2200" dirty="0" err="1" smtClean="0"/>
              <a:t>다운로드된</a:t>
            </a:r>
            <a:r>
              <a:rPr lang="ko-KR" altLang="en-US" sz="2200" dirty="0" smtClean="0"/>
              <a:t> 파일을 내가 원하는 </a:t>
            </a:r>
            <a:endParaRPr lang="en-US" altLang="ko-KR" sz="22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200" dirty="0" smtClean="0"/>
              <a:t>위치에서 압축 풀기</a:t>
            </a:r>
            <a:r>
              <a:rPr lang="en-US" altLang="ko-KR" sz="2200" dirty="0" smtClean="0"/>
              <a:t>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200" dirty="0" smtClean="0"/>
              <a:t>-&gt; </a:t>
            </a:r>
            <a:r>
              <a:rPr lang="ko-KR" altLang="en-US" sz="2200" dirty="0" smtClean="0"/>
              <a:t>파일 위치 기억</a:t>
            </a:r>
            <a:r>
              <a:rPr lang="en-US" altLang="ko-KR" sz="2200" dirty="0" smtClean="0"/>
              <a:t>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500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70005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>
            <a:normAutofit fontScale="90000"/>
          </a:bodyPr>
          <a:lstStyle/>
          <a:p>
            <a:r>
              <a:rPr lang="en-US" altLang="ko-KR" sz="3300" dirty="0"/>
              <a:t>5</a:t>
            </a:r>
            <a:r>
              <a:rPr lang="en-US" altLang="ko-KR" sz="3300" dirty="0" smtClean="0"/>
              <a:t>. </a:t>
            </a:r>
            <a:r>
              <a:rPr lang="en-US" altLang="ko-KR" sz="3300" dirty="0" err="1" smtClean="0"/>
              <a:t>Git</a:t>
            </a:r>
            <a:r>
              <a:rPr lang="en-US" altLang="ko-KR" sz="3300" dirty="0" smtClean="0"/>
              <a:t> </a:t>
            </a:r>
            <a:r>
              <a:rPr lang="ko-KR" altLang="en-US" sz="3300" dirty="0" err="1" smtClean="0"/>
              <a:t>레포지토리</a:t>
            </a:r>
            <a:r>
              <a:rPr lang="ko-KR" altLang="en-US" sz="3300" dirty="0" smtClean="0"/>
              <a:t> 다운로드하기 </a:t>
            </a:r>
            <a:r>
              <a:rPr lang="en-US" altLang="ko-KR" sz="3300" dirty="0" smtClean="0"/>
              <a:t/>
            </a:r>
            <a:br>
              <a:rPr lang="en-US" altLang="ko-KR" sz="3300" dirty="0" smtClean="0"/>
            </a:br>
            <a:r>
              <a:rPr lang="en-US" altLang="ko-KR" sz="3300" dirty="0" smtClean="0"/>
              <a:t>– </a:t>
            </a:r>
            <a:r>
              <a:rPr lang="ko-KR" altLang="en-US" sz="3300" dirty="0" smtClean="0"/>
              <a:t>노트북에 </a:t>
            </a:r>
            <a:r>
              <a:rPr lang="en-US" altLang="ko-KR" sz="3300" dirty="0" err="1" smtClean="0"/>
              <a:t>git</a:t>
            </a:r>
            <a:r>
              <a:rPr lang="ko-KR" altLang="en-US" sz="3300" dirty="0" smtClean="0"/>
              <a:t>이 안 깔려있는 사람</a:t>
            </a:r>
            <a:r>
              <a:rPr lang="en-US" altLang="ko-KR" sz="3300" dirty="0" smtClean="0"/>
              <a:t>!</a:t>
            </a:r>
            <a:endParaRPr lang="ko-KR" altLang="en-US" sz="3300" dirty="0"/>
          </a:p>
        </p:txBody>
      </p:sp>
      <p:sp>
        <p:nvSpPr>
          <p:cNvPr id="8" name="직사각형 7"/>
          <p:cNvSpPr/>
          <p:nvPr/>
        </p:nvSpPr>
        <p:spPr>
          <a:xfrm>
            <a:off x="3544243" y="1255281"/>
            <a:ext cx="4594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https://github.com/sano820/windows-gpu</a:t>
            </a:r>
            <a:endParaRPr lang="ko-KR" altLang="en-US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7016320" y="2588944"/>
            <a:ext cx="4870880" cy="3105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ko-KR" sz="22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500" dirty="0" smtClean="0"/>
              <a:t>Anaconda </a:t>
            </a:r>
            <a:r>
              <a:rPr lang="en-US" altLang="ko-KR" sz="1500" dirty="0" err="1" smtClean="0"/>
              <a:t>promp</a:t>
            </a:r>
            <a:r>
              <a:rPr lang="ko-KR" altLang="en-US" sz="1500" dirty="0" smtClean="0"/>
              <a:t>에서 내가 저장하고 </a:t>
            </a:r>
            <a:endParaRPr lang="en-US" altLang="ko-KR" sz="15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1500" dirty="0" smtClean="0"/>
              <a:t>압축 풀었던 폴더까지 이동</a:t>
            </a:r>
            <a:r>
              <a:rPr lang="en-US" altLang="ko-KR" sz="1500" dirty="0" smtClean="0"/>
              <a:t>!!</a:t>
            </a:r>
          </a:p>
          <a:p>
            <a:pPr>
              <a:buFontTx/>
              <a:buChar char="-"/>
            </a:pPr>
            <a:r>
              <a:rPr lang="en-US" altLang="ko-KR" sz="1500" dirty="0" err="1" smtClean="0"/>
              <a:t>dir</a:t>
            </a:r>
            <a:r>
              <a:rPr lang="en-US" altLang="ko-KR" sz="1500" dirty="0" smtClean="0"/>
              <a:t> : </a:t>
            </a:r>
            <a:r>
              <a:rPr lang="ko-KR" altLang="en-US" sz="1500" dirty="0" smtClean="0"/>
              <a:t>하위 </a:t>
            </a:r>
            <a:r>
              <a:rPr lang="ko-KR" altLang="en-US" sz="1500" dirty="0" err="1" smtClean="0"/>
              <a:t>폴더명</a:t>
            </a:r>
            <a:endParaRPr lang="en-US" altLang="ko-KR" sz="1500" dirty="0" smtClean="0"/>
          </a:p>
          <a:p>
            <a:pPr>
              <a:buFontTx/>
              <a:buChar char="-"/>
            </a:pPr>
            <a:r>
              <a:rPr lang="en-US" altLang="ko-KR" sz="1500" dirty="0"/>
              <a:t>c</a:t>
            </a:r>
            <a:r>
              <a:rPr lang="en-US" altLang="ko-KR" sz="1500" dirty="0" smtClean="0"/>
              <a:t>d : </a:t>
            </a:r>
            <a:r>
              <a:rPr lang="ko-KR" altLang="en-US" sz="1500" dirty="0" smtClean="0"/>
              <a:t>폴더 이동하기</a:t>
            </a:r>
            <a:endParaRPr lang="en-US" altLang="ko-KR" sz="1500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15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73" y="2246048"/>
            <a:ext cx="6610513" cy="366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560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>
            <a:normAutofit fontScale="90000"/>
          </a:bodyPr>
          <a:lstStyle/>
          <a:p>
            <a:r>
              <a:rPr lang="en-US" altLang="ko-KR" sz="3300" dirty="0"/>
              <a:t>5</a:t>
            </a:r>
            <a:r>
              <a:rPr lang="en-US" altLang="ko-KR" sz="3300" dirty="0" smtClean="0"/>
              <a:t>. </a:t>
            </a:r>
            <a:r>
              <a:rPr lang="en-US" altLang="ko-KR" sz="3300" dirty="0" err="1" smtClean="0"/>
              <a:t>Git</a:t>
            </a:r>
            <a:r>
              <a:rPr lang="en-US" altLang="ko-KR" sz="3300" dirty="0" smtClean="0"/>
              <a:t> </a:t>
            </a:r>
            <a:r>
              <a:rPr lang="ko-KR" altLang="en-US" sz="3300" dirty="0" err="1" smtClean="0"/>
              <a:t>레포지토리</a:t>
            </a:r>
            <a:r>
              <a:rPr lang="ko-KR" altLang="en-US" sz="3300" dirty="0" smtClean="0"/>
              <a:t> 다운로드하기 </a:t>
            </a:r>
            <a:r>
              <a:rPr lang="en-US" altLang="ko-KR" sz="3300" dirty="0" smtClean="0"/>
              <a:t/>
            </a:r>
            <a:br>
              <a:rPr lang="en-US" altLang="ko-KR" sz="3300" dirty="0" smtClean="0"/>
            </a:br>
            <a:r>
              <a:rPr lang="en-US" altLang="ko-KR" sz="3300" dirty="0" smtClean="0"/>
              <a:t>– </a:t>
            </a:r>
            <a:r>
              <a:rPr lang="ko-KR" altLang="en-US" sz="3300" dirty="0" smtClean="0"/>
              <a:t>노트북에 </a:t>
            </a:r>
            <a:r>
              <a:rPr lang="en-US" altLang="ko-KR" sz="3300" dirty="0" err="1" smtClean="0"/>
              <a:t>git</a:t>
            </a:r>
            <a:r>
              <a:rPr lang="ko-KR" altLang="en-US" sz="3300" dirty="0" smtClean="0"/>
              <a:t>이 깔려 있는 사람</a:t>
            </a:r>
            <a:r>
              <a:rPr lang="en-US" altLang="ko-KR" sz="3300" dirty="0" smtClean="0"/>
              <a:t>!</a:t>
            </a:r>
            <a:endParaRPr lang="ko-KR" altLang="en-US" sz="3300" dirty="0"/>
          </a:p>
        </p:txBody>
      </p:sp>
      <p:sp>
        <p:nvSpPr>
          <p:cNvPr id="8" name="직사각형 7"/>
          <p:cNvSpPr/>
          <p:nvPr/>
        </p:nvSpPr>
        <p:spPr>
          <a:xfrm>
            <a:off x="3544243" y="1255281"/>
            <a:ext cx="4594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https://github.com/sano820/windows-gpu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10" y="1802167"/>
            <a:ext cx="5447190" cy="4679260"/>
          </a:xfrm>
          <a:prstGeom prst="rect">
            <a:avLst/>
          </a:prstGeom>
        </p:spPr>
      </p:pic>
      <p:sp>
        <p:nvSpPr>
          <p:cNvPr id="11" name="내용 개체 틀 2"/>
          <p:cNvSpPr txBox="1">
            <a:spLocks/>
          </p:cNvSpPr>
          <p:nvPr/>
        </p:nvSpPr>
        <p:spPr>
          <a:xfrm>
            <a:off x="7016320" y="2588944"/>
            <a:ext cx="4870880" cy="3105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500" dirty="0" smtClean="0"/>
              <a:t>HTTPS </a:t>
            </a:r>
            <a:r>
              <a:rPr lang="ko-KR" altLang="en-US" sz="1500" dirty="0" smtClean="0"/>
              <a:t>주소 복사 하기</a:t>
            </a:r>
            <a:endParaRPr lang="en-US" altLang="ko-KR" sz="15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500" dirty="0" smtClean="0"/>
              <a:t>(~~~~.</a:t>
            </a:r>
            <a:r>
              <a:rPr lang="en-US" altLang="ko-KR" sz="1500" dirty="0" err="1" smtClean="0"/>
              <a:t>git</a:t>
            </a:r>
            <a:r>
              <a:rPr lang="en-US" altLang="ko-KR" sz="1500" dirty="0" smtClean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500" dirty="0" smtClean="0"/>
              <a:t>-&gt; anaconda prompt</a:t>
            </a:r>
            <a:r>
              <a:rPr lang="ko-KR" altLang="en-US" sz="1500" dirty="0" smtClean="0"/>
              <a:t>에서 원하는 파일로 이동</a:t>
            </a:r>
            <a:r>
              <a:rPr lang="en-US" altLang="ko-KR" sz="1500" dirty="0" smtClean="0"/>
              <a:t>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003716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>
            <a:normAutofit fontScale="90000"/>
          </a:bodyPr>
          <a:lstStyle/>
          <a:p>
            <a:r>
              <a:rPr lang="en-US" altLang="ko-KR" sz="3300" dirty="0"/>
              <a:t>5</a:t>
            </a:r>
            <a:r>
              <a:rPr lang="en-US" altLang="ko-KR" sz="3300" dirty="0" smtClean="0"/>
              <a:t>. </a:t>
            </a:r>
            <a:r>
              <a:rPr lang="en-US" altLang="ko-KR" sz="3300" dirty="0" err="1" smtClean="0"/>
              <a:t>Git</a:t>
            </a:r>
            <a:r>
              <a:rPr lang="en-US" altLang="ko-KR" sz="3300" dirty="0" smtClean="0"/>
              <a:t> </a:t>
            </a:r>
            <a:r>
              <a:rPr lang="ko-KR" altLang="en-US" sz="3300" dirty="0" err="1" smtClean="0"/>
              <a:t>레포지토리</a:t>
            </a:r>
            <a:r>
              <a:rPr lang="ko-KR" altLang="en-US" sz="3300" dirty="0" smtClean="0"/>
              <a:t> 다운로드하기 </a:t>
            </a:r>
            <a:r>
              <a:rPr lang="en-US" altLang="ko-KR" sz="3300" dirty="0" smtClean="0"/>
              <a:t/>
            </a:r>
            <a:br>
              <a:rPr lang="en-US" altLang="ko-KR" sz="3300" dirty="0" smtClean="0"/>
            </a:br>
            <a:r>
              <a:rPr lang="en-US" altLang="ko-KR" sz="3300" dirty="0" smtClean="0"/>
              <a:t>– </a:t>
            </a:r>
            <a:r>
              <a:rPr lang="ko-KR" altLang="en-US" sz="3300" dirty="0" smtClean="0"/>
              <a:t>노트북에 </a:t>
            </a:r>
            <a:r>
              <a:rPr lang="en-US" altLang="ko-KR" sz="3300" dirty="0" err="1" smtClean="0"/>
              <a:t>git</a:t>
            </a:r>
            <a:r>
              <a:rPr lang="ko-KR" altLang="en-US" sz="3300" dirty="0" smtClean="0"/>
              <a:t>이 깔려 있는 사람</a:t>
            </a:r>
            <a:r>
              <a:rPr lang="en-US" altLang="ko-KR" sz="3300" dirty="0" smtClean="0"/>
              <a:t>!</a:t>
            </a:r>
            <a:endParaRPr lang="ko-KR" altLang="en-US" sz="3300" dirty="0"/>
          </a:p>
        </p:txBody>
      </p:sp>
      <p:sp>
        <p:nvSpPr>
          <p:cNvPr id="8" name="직사각형 7"/>
          <p:cNvSpPr/>
          <p:nvPr/>
        </p:nvSpPr>
        <p:spPr>
          <a:xfrm>
            <a:off x="3544243" y="1255281"/>
            <a:ext cx="4594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https://github.com/sano820/windows-gpu</a:t>
            </a:r>
            <a:endParaRPr lang="ko-KR" altLang="en-US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7448364" y="2588944"/>
            <a:ext cx="4438835" cy="3105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500" dirty="0" smtClean="0"/>
              <a:t>anaconda prompt</a:t>
            </a:r>
            <a:r>
              <a:rPr lang="ko-KR" altLang="en-US" sz="1500" dirty="0" smtClean="0"/>
              <a:t>에서 원하는 파일로 이동</a:t>
            </a:r>
            <a:r>
              <a:rPr lang="en-US" altLang="ko-KR" sz="1500" dirty="0" smtClean="0"/>
              <a:t>!</a:t>
            </a:r>
          </a:p>
          <a:p>
            <a:pPr>
              <a:buFontTx/>
              <a:buChar char="-"/>
            </a:pPr>
            <a:r>
              <a:rPr lang="en-US" altLang="ko-KR" sz="1500" dirty="0" err="1" smtClean="0"/>
              <a:t>dir</a:t>
            </a:r>
            <a:r>
              <a:rPr lang="en-US" altLang="ko-KR" sz="1500" dirty="0" smtClean="0"/>
              <a:t> : </a:t>
            </a:r>
            <a:r>
              <a:rPr lang="ko-KR" altLang="en-US" sz="1500" dirty="0" smtClean="0"/>
              <a:t>하위 폴더 및 목록 보기</a:t>
            </a:r>
            <a:endParaRPr lang="en-US" altLang="ko-KR" sz="1500" dirty="0" smtClean="0"/>
          </a:p>
          <a:p>
            <a:pPr>
              <a:buFontTx/>
              <a:buChar char="-"/>
            </a:pPr>
            <a:r>
              <a:rPr lang="en-US" altLang="ko-KR" sz="1500" dirty="0" smtClean="0"/>
              <a:t>cd &lt;</a:t>
            </a:r>
            <a:r>
              <a:rPr lang="ko-KR" altLang="en-US" sz="1500" dirty="0" err="1" smtClean="0"/>
              <a:t>폴더명</a:t>
            </a:r>
            <a:r>
              <a:rPr lang="en-US" altLang="ko-KR" sz="1500" dirty="0" smtClean="0"/>
              <a:t>&gt; : </a:t>
            </a:r>
            <a:r>
              <a:rPr lang="ko-KR" altLang="en-US" sz="1500" dirty="0" smtClean="0"/>
              <a:t>해당 폴더로 이동</a:t>
            </a:r>
            <a:endParaRPr lang="en-US" altLang="ko-KR" sz="1500" dirty="0" smtClean="0"/>
          </a:p>
          <a:p>
            <a:pPr>
              <a:buFontTx/>
              <a:buChar char="-"/>
            </a:pPr>
            <a:endParaRPr lang="en-US" altLang="ko-KR" sz="1500" dirty="0"/>
          </a:p>
          <a:p>
            <a:pPr marL="0" indent="0">
              <a:buNone/>
            </a:pPr>
            <a:r>
              <a:rPr lang="en-US" altLang="ko-KR" sz="1500" dirty="0" smtClean="0"/>
              <a:t>-&gt; </a:t>
            </a:r>
            <a:r>
              <a:rPr lang="ko-KR" altLang="en-US" sz="1500" dirty="0" smtClean="0"/>
              <a:t>원하는 폴더로 이동했다면 다음 슬라이드로</a:t>
            </a:r>
            <a:r>
              <a:rPr lang="en-US" altLang="ko-KR" sz="1500" dirty="0" smtClean="0"/>
              <a:t>!  </a:t>
            </a:r>
            <a:endParaRPr lang="ko-KR" altLang="en-US" sz="15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27" y="2405847"/>
            <a:ext cx="6610513" cy="366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15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>
            <a:normAutofit fontScale="90000"/>
          </a:bodyPr>
          <a:lstStyle/>
          <a:p>
            <a:r>
              <a:rPr lang="en-US" altLang="ko-KR" sz="3300" dirty="0"/>
              <a:t>5</a:t>
            </a:r>
            <a:r>
              <a:rPr lang="en-US" altLang="ko-KR" sz="3300" dirty="0" smtClean="0"/>
              <a:t>. </a:t>
            </a:r>
            <a:r>
              <a:rPr lang="en-US" altLang="ko-KR" sz="3300" dirty="0" err="1" smtClean="0"/>
              <a:t>Git</a:t>
            </a:r>
            <a:r>
              <a:rPr lang="en-US" altLang="ko-KR" sz="3300" dirty="0" smtClean="0"/>
              <a:t> </a:t>
            </a:r>
            <a:r>
              <a:rPr lang="ko-KR" altLang="en-US" sz="3300" dirty="0" err="1" smtClean="0"/>
              <a:t>레포지토리</a:t>
            </a:r>
            <a:r>
              <a:rPr lang="ko-KR" altLang="en-US" sz="3300" dirty="0" smtClean="0"/>
              <a:t> 다운로드하기 </a:t>
            </a:r>
            <a:r>
              <a:rPr lang="en-US" altLang="ko-KR" sz="3300" dirty="0" smtClean="0"/>
              <a:t/>
            </a:r>
            <a:br>
              <a:rPr lang="en-US" altLang="ko-KR" sz="3300" dirty="0" smtClean="0"/>
            </a:br>
            <a:r>
              <a:rPr lang="en-US" altLang="ko-KR" sz="3300" dirty="0" smtClean="0"/>
              <a:t>– </a:t>
            </a:r>
            <a:r>
              <a:rPr lang="ko-KR" altLang="en-US" sz="3300" dirty="0" smtClean="0"/>
              <a:t>노트북에 </a:t>
            </a:r>
            <a:r>
              <a:rPr lang="en-US" altLang="ko-KR" sz="3300" dirty="0" err="1" smtClean="0"/>
              <a:t>git</a:t>
            </a:r>
            <a:r>
              <a:rPr lang="ko-KR" altLang="en-US" sz="3300" dirty="0" smtClean="0"/>
              <a:t>이 깔려 있는 사람</a:t>
            </a:r>
            <a:r>
              <a:rPr lang="en-US" altLang="ko-KR" sz="3300" dirty="0" smtClean="0"/>
              <a:t>!</a:t>
            </a:r>
            <a:endParaRPr lang="ko-KR" altLang="en-US" sz="3300" dirty="0"/>
          </a:p>
        </p:txBody>
      </p:sp>
      <p:sp>
        <p:nvSpPr>
          <p:cNvPr id="8" name="직사각형 7"/>
          <p:cNvSpPr/>
          <p:nvPr/>
        </p:nvSpPr>
        <p:spPr>
          <a:xfrm>
            <a:off x="3544243" y="1255281"/>
            <a:ext cx="4594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https://github.com/sano820/windows-gpu</a:t>
            </a:r>
            <a:endParaRPr lang="ko-KR" altLang="en-US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1518081" y="3453414"/>
            <a:ext cx="10599938" cy="2556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500" dirty="0" smtClean="0"/>
              <a:t>원하는 폴더로 이동 완료했다면 </a:t>
            </a:r>
            <a:r>
              <a:rPr lang="en-US" altLang="ko-KR" sz="1500" dirty="0" smtClean="0"/>
              <a:t>-&gt; </a:t>
            </a:r>
            <a:r>
              <a:rPr lang="en-US" altLang="ko-KR" sz="1500" dirty="0" err="1" smtClean="0"/>
              <a:t>git</a:t>
            </a:r>
            <a:r>
              <a:rPr lang="en-US" altLang="ko-KR" sz="1500" dirty="0" smtClean="0"/>
              <a:t> clone </a:t>
            </a:r>
            <a:r>
              <a:rPr lang="en-US" altLang="ko-KR" sz="1500" dirty="0" smtClean="0">
                <a:hlinkClick r:id="rId2"/>
              </a:rPr>
              <a:t>https://github.com/sano820/windows-gpu.git</a:t>
            </a:r>
            <a:endParaRPr lang="en-US" altLang="ko-KR" sz="1500" dirty="0" smtClean="0"/>
          </a:p>
          <a:p>
            <a:pPr marL="0" indent="0">
              <a:buNone/>
            </a:pPr>
            <a:endParaRPr lang="en-US" altLang="ko-KR" sz="1500" dirty="0"/>
          </a:p>
          <a:p>
            <a:pPr marL="0" indent="0">
              <a:buNone/>
            </a:pPr>
            <a:endParaRPr lang="en-US" altLang="ko-KR" sz="1500" dirty="0" smtClean="0"/>
          </a:p>
          <a:p>
            <a:pPr marL="0" indent="0">
              <a:buNone/>
            </a:pPr>
            <a:endParaRPr lang="en-US" altLang="ko-KR" sz="1500" dirty="0"/>
          </a:p>
          <a:p>
            <a:pPr marL="0" indent="0">
              <a:buNone/>
            </a:pPr>
            <a:r>
              <a:rPr lang="en-US" altLang="ko-KR" sz="1500" dirty="0" smtClean="0"/>
              <a:t>-&gt; </a:t>
            </a:r>
            <a:r>
              <a:rPr lang="ko-KR" altLang="en-US" sz="1500" dirty="0" smtClean="0"/>
              <a:t>다운로드한 폴더로 이동하기</a:t>
            </a:r>
            <a:r>
              <a:rPr lang="en-US" altLang="ko-KR" sz="1500" dirty="0" smtClean="0"/>
              <a:t>!!!</a:t>
            </a:r>
          </a:p>
          <a:p>
            <a:pPr marL="0" indent="0">
              <a:buNone/>
            </a:pPr>
            <a:r>
              <a:rPr lang="en-US" altLang="ko-KR" sz="1500" dirty="0" smtClean="0"/>
              <a:t> </a:t>
            </a:r>
          </a:p>
          <a:p>
            <a:pPr marL="0" indent="0">
              <a:buNone/>
            </a:pPr>
            <a:r>
              <a:rPr lang="en-US" altLang="ko-KR" sz="1500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15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099" y="2511280"/>
            <a:ext cx="9853514" cy="63251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488" y="3895193"/>
            <a:ext cx="5837426" cy="7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453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>
            <a:normAutofit/>
          </a:bodyPr>
          <a:lstStyle/>
          <a:p>
            <a:r>
              <a:rPr lang="en-US" altLang="ko-KR" sz="3300" dirty="0" smtClean="0"/>
              <a:t>6. GPU </a:t>
            </a:r>
            <a:r>
              <a:rPr lang="ko-KR" altLang="en-US" sz="3300" dirty="0" smtClean="0"/>
              <a:t>사용 가능한지 확인</a:t>
            </a:r>
            <a:endParaRPr lang="ko-KR" altLang="en-US" sz="3300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753862" y="1773430"/>
            <a:ext cx="10599938" cy="6324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500" dirty="0"/>
              <a:t>p</a:t>
            </a:r>
            <a:r>
              <a:rPr lang="en-US" altLang="ko-KR" sz="2500" dirty="0" smtClean="0"/>
              <a:t>ython check_gpu.py </a:t>
            </a:r>
          </a:p>
          <a:p>
            <a:pPr marL="0" indent="0">
              <a:buNone/>
            </a:pPr>
            <a:r>
              <a:rPr lang="en-US" altLang="ko-KR" sz="1500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15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80" y="2603846"/>
            <a:ext cx="11434439" cy="2804403"/>
          </a:xfrm>
          <a:prstGeom prst="rect">
            <a:avLst/>
          </a:prstGeom>
        </p:spPr>
      </p:pic>
      <p:sp>
        <p:nvSpPr>
          <p:cNvPr id="9" name="내용 개체 틀 2"/>
          <p:cNvSpPr txBox="1">
            <a:spLocks/>
          </p:cNvSpPr>
          <p:nvPr/>
        </p:nvSpPr>
        <p:spPr>
          <a:xfrm>
            <a:off x="753862" y="5606245"/>
            <a:ext cx="10599938" cy="6324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500" dirty="0" smtClean="0"/>
              <a:t>이렇게 비슷하게 뜨면 성공</a:t>
            </a:r>
            <a:r>
              <a:rPr lang="en-US" altLang="ko-KR" sz="2500" dirty="0" smtClean="0"/>
              <a:t>! </a:t>
            </a:r>
          </a:p>
          <a:p>
            <a:pPr marL="0" indent="0">
              <a:buNone/>
            </a:pPr>
            <a:r>
              <a:rPr lang="en-US" altLang="ko-KR" sz="1500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45693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>
            <a:normAutofit/>
          </a:bodyPr>
          <a:lstStyle/>
          <a:p>
            <a:r>
              <a:rPr lang="en-US" altLang="ko-KR" sz="3300" dirty="0"/>
              <a:t>7</a:t>
            </a:r>
            <a:r>
              <a:rPr lang="en-US" altLang="ko-KR" sz="3300" dirty="0" smtClean="0"/>
              <a:t>. </a:t>
            </a:r>
            <a:r>
              <a:rPr lang="ko-KR" altLang="en-US" sz="3300" dirty="0" smtClean="0"/>
              <a:t>실습을 위한 라이브러리 설치</a:t>
            </a:r>
            <a:endParaRPr lang="ko-KR" altLang="en-US" sz="3300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753862" y="1480468"/>
            <a:ext cx="10599938" cy="63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200" dirty="0"/>
              <a:t>p</a:t>
            </a:r>
            <a:r>
              <a:rPr lang="en-US" altLang="ko-KR" sz="2200" dirty="0" smtClean="0"/>
              <a:t>ip install –r requirements.txt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2200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753862" y="5606245"/>
            <a:ext cx="10599938" cy="6324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500" dirty="0" smtClean="0"/>
              <a:t> </a:t>
            </a:r>
          </a:p>
          <a:p>
            <a:pPr marL="0" indent="0">
              <a:buNone/>
            </a:pPr>
            <a:r>
              <a:rPr lang="en-US" altLang="ko-KR" sz="1500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15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98" y="2176069"/>
            <a:ext cx="11674136" cy="332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66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>
            <a:normAutofit/>
          </a:bodyPr>
          <a:lstStyle/>
          <a:p>
            <a:r>
              <a:rPr lang="en-US" altLang="ko-KR" sz="3300" dirty="0" smtClean="0"/>
              <a:t>8. </a:t>
            </a:r>
            <a:r>
              <a:rPr lang="ko-KR" altLang="en-US" sz="3300" dirty="0" smtClean="0"/>
              <a:t>실습</a:t>
            </a:r>
            <a:endParaRPr lang="ko-KR" altLang="en-US" sz="3300" dirty="0"/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753862" y="1018829"/>
            <a:ext cx="10599938" cy="632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200" dirty="0" smtClean="0"/>
              <a:t>VS CODE </a:t>
            </a:r>
            <a:r>
              <a:rPr lang="ko-KR" altLang="en-US" sz="2200" dirty="0" smtClean="0"/>
              <a:t>해당 폴더 열어서 </a:t>
            </a:r>
            <a:r>
              <a:rPr lang="en-US" altLang="ko-KR" sz="2200" dirty="0" smtClean="0"/>
              <a:t>-&gt; </a:t>
            </a:r>
            <a:r>
              <a:rPr lang="en-US" altLang="ko-KR" sz="2200" dirty="0" err="1" smtClean="0"/>
              <a:t>ipynb</a:t>
            </a:r>
            <a:r>
              <a:rPr lang="en-US" altLang="ko-KR" sz="2200" dirty="0" smtClean="0"/>
              <a:t> </a:t>
            </a:r>
            <a:r>
              <a:rPr lang="ko-KR" altLang="en-US" sz="2200" dirty="0" smtClean="0"/>
              <a:t>파일 열기</a:t>
            </a:r>
            <a:r>
              <a:rPr lang="en-US" altLang="ko-KR" sz="2200" dirty="0" smtClean="0"/>
              <a:t>!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2200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753862" y="5606245"/>
            <a:ext cx="10599938" cy="6324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500" dirty="0" smtClean="0"/>
              <a:t> </a:t>
            </a:r>
          </a:p>
          <a:p>
            <a:pPr marL="0" indent="0">
              <a:buNone/>
            </a:pPr>
            <a:r>
              <a:rPr lang="en-US" altLang="ko-KR" sz="1500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15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39" y="1472690"/>
            <a:ext cx="11331922" cy="2651990"/>
          </a:xfrm>
          <a:prstGeom prst="rect">
            <a:avLst/>
          </a:prstGeom>
        </p:spPr>
      </p:pic>
      <p:sp>
        <p:nvSpPr>
          <p:cNvPr id="7" name="내용 개체 틀 2"/>
          <p:cNvSpPr txBox="1">
            <a:spLocks/>
          </p:cNvSpPr>
          <p:nvPr/>
        </p:nvSpPr>
        <p:spPr>
          <a:xfrm>
            <a:off x="6968971" y="4785064"/>
            <a:ext cx="4226509" cy="1137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200" dirty="0" smtClean="0"/>
              <a:t>Interpreter </a:t>
            </a:r>
            <a:r>
              <a:rPr lang="ko-KR" altLang="en-US" sz="2200" dirty="0" smtClean="0"/>
              <a:t>아까 만든 </a:t>
            </a:r>
            <a:endParaRPr lang="en-US" altLang="ko-KR" sz="2200" dirty="0" smtClean="0"/>
          </a:p>
          <a:p>
            <a:pPr marL="0" indent="0">
              <a:buNone/>
            </a:pPr>
            <a:r>
              <a:rPr lang="en-US" altLang="ko-KR" sz="2200" dirty="0" err="1" smtClean="0"/>
              <a:t>gpu_env</a:t>
            </a:r>
            <a:r>
              <a:rPr lang="en-US" altLang="ko-KR" sz="2200" dirty="0" smtClean="0"/>
              <a:t> </a:t>
            </a:r>
            <a:r>
              <a:rPr lang="ko-KR" altLang="en-US" sz="2200" dirty="0" smtClean="0"/>
              <a:t>가상환경 설정하기</a:t>
            </a:r>
            <a:endParaRPr lang="en-US" altLang="ko-KR" sz="2200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22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43" y="4309633"/>
            <a:ext cx="6073666" cy="236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>
            <a:normAutofit/>
          </a:bodyPr>
          <a:lstStyle/>
          <a:p>
            <a:r>
              <a:rPr lang="en-US" altLang="ko-KR" sz="3300" dirty="0" smtClean="0"/>
              <a:t>8. </a:t>
            </a:r>
            <a:r>
              <a:rPr lang="ko-KR" altLang="en-US" sz="3300" dirty="0" smtClean="0"/>
              <a:t>실습</a:t>
            </a:r>
            <a:endParaRPr lang="ko-KR" altLang="en-US" sz="3300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753862" y="5606245"/>
            <a:ext cx="10599938" cy="6324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500" dirty="0" smtClean="0"/>
              <a:t> </a:t>
            </a:r>
          </a:p>
          <a:p>
            <a:pPr marL="0" indent="0">
              <a:buNone/>
            </a:pPr>
            <a:r>
              <a:rPr lang="en-US" altLang="ko-KR" sz="1500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1500" dirty="0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4199139" y="4785064"/>
            <a:ext cx="6996342" cy="1137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200" dirty="0" err="1" smtClean="0"/>
              <a:t>gpu_env</a:t>
            </a:r>
            <a:r>
              <a:rPr lang="en-US" altLang="ko-KR" sz="2200" dirty="0" smtClean="0"/>
              <a:t> test</a:t>
            </a:r>
            <a:r>
              <a:rPr lang="ko-KR" altLang="en-US" sz="2200" dirty="0" smtClean="0"/>
              <a:t>라는 커널 선택해서 모두 </a:t>
            </a:r>
            <a:r>
              <a:rPr lang="ko-KR" altLang="en-US" sz="2200" dirty="0" err="1" smtClean="0"/>
              <a:t>실행해보기</a:t>
            </a:r>
            <a:r>
              <a:rPr lang="en-US" altLang="ko-KR" sz="2200" dirty="0" smtClean="0"/>
              <a:t>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sz="2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71" y="1686758"/>
            <a:ext cx="6108614" cy="222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19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끝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감사합니다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4074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335</Words>
  <Application>Microsoft Office PowerPoint</Application>
  <PresentationFormat>와이드스크린</PresentationFormat>
  <Paragraphs>80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GPU로 이미지 분류 실습 해보기</vt:lpstr>
      <vt:lpstr>1. 사전 요구 사항</vt:lpstr>
      <vt:lpstr>2. 가상환경 생성하기</vt:lpstr>
      <vt:lpstr>2. 가상환경 생성하기</vt:lpstr>
      <vt:lpstr>2. 가상환경 생성하기</vt:lpstr>
      <vt:lpstr>3. 실습을 위한 주피터 노트북 커널 만들기</vt:lpstr>
      <vt:lpstr>4. PyTorch + CUDA 12.4 설치</vt:lpstr>
      <vt:lpstr>5. Git 레포지토리 다운로드하기  – 노트북에 git이 안 깔려있는 사람!</vt:lpstr>
      <vt:lpstr>5. Git 레포지토리 다운로드하기  – 노트북에 git이 안 깔려있는 사람!</vt:lpstr>
      <vt:lpstr>5. Git 레포지토리 다운로드하기  – 노트북에 git이 깔려 있는 사람!</vt:lpstr>
      <vt:lpstr>5. Git 레포지토리 다운로드하기  – 노트북에 git이 깔려 있는 사람!</vt:lpstr>
      <vt:lpstr>5. Git 레포지토리 다운로드하기  – 노트북에 git이 깔려 있는 사람!</vt:lpstr>
      <vt:lpstr>6. GPU 사용 가능한지 확인</vt:lpstr>
      <vt:lpstr>7. 실습을 위한 라이브러리 설치</vt:lpstr>
      <vt:lpstr>8. 실습</vt:lpstr>
      <vt:lpstr>8. 실습</vt:lpstr>
      <vt:lpstr>끝!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7</cp:revision>
  <dcterms:created xsi:type="dcterms:W3CDTF">2025-12-09T03:44:38Z</dcterms:created>
  <dcterms:modified xsi:type="dcterms:W3CDTF">2025-12-09T04:36:07Z</dcterms:modified>
</cp:coreProperties>
</file>